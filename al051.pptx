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0"/>
  </p:notesMasterIdLst>
  <p:sldIdLst>
    <p:sldId id="273" r:id="rId2"/>
    <p:sldId id="277" r:id="rId3"/>
    <p:sldId id="278" r:id="rId4"/>
    <p:sldId id="279" r:id="rId5"/>
    <p:sldId id="282" r:id="rId6"/>
    <p:sldId id="280" r:id="rId7"/>
    <p:sldId id="284" r:id="rId8"/>
    <p:sldId id="276" r:id="rId9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/>
    <p:restoredTop sz="96443"/>
  </p:normalViewPr>
  <p:slideViewPr>
    <p:cSldViewPr snapToGrid="0" snapToObjects="1">
      <p:cViewPr varScale="1">
        <p:scale>
          <a:sx n="85" d="100"/>
          <a:sy n="8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6FEE9-89D4-874B-851E-5CC9AE663858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B3921-F498-564C-8118-52013A72F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3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585" y="2064936"/>
            <a:ext cx="8013709" cy="1231157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6585" y="3296093"/>
            <a:ext cx="8013709" cy="1471170"/>
          </a:xfrm>
        </p:spPr>
        <p:txBody>
          <a:bodyPr>
            <a:normAutofit/>
          </a:bodyPr>
          <a:lstStyle>
            <a:lvl1pPr marL="0" indent="0" algn="l">
              <a:buNone/>
              <a:defRPr sz="2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0400" y="489381"/>
            <a:ext cx="1391412" cy="5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6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2)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16585" y="2064936"/>
            <a:ext cx="8013709" cy="1231157"/>
          </a:xfrm>
        </p:spPr>
        <p:txBody>
          <a:bodyPr anchor="t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16585" y="3296093"/>
            <a:ext cx="8013709" cy="1471170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0400" y="489381"/>
            <a:ext cx="1391412" cy="5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5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text</a:t>
            </a:r>
            <a:r>
              <a:rPr lang="pt-PT" dirty="0"/>
              <a:t> </a:t>
            </a:r>
            <a:r>
              <a:rPr lang="pt-PT" dirty="0" err="1"/>
              <a:t>styles</a:t>
            </a:r>
            <a:endParaRPr lang="pt-PT" dirty="0"/>
          </a:p>
          <a:p>
            <a:pPr lvl="1"/>
            <a:r>
              <a:rPr lang="pt-PT" dirty="0" err="1"/>
              <a:t>Second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2"/>
            <a:r>
              <a:rPr lang="pt-PT" dirty="0" err="1"/>
              <a:t>Third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3"/>
            <a:r>
              <a:rPr lang="pt-PT" dirty="0" err="1"/>
              <a:t>Fourth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4"/>
            <a:r>
              <a:rPr lang="pt-PT" dirty="0" err="1"/>
              <a:t>Fifth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29771" y="4767263"/>
            <a:ext cx="13822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304" y="4767263"/>
            <a:ext cx="3086100" cy="27384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7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304" y="1369219"/>
            <a:ext cx="3955310" cy="3263504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0" y="1369219"/>
            <a:ext cx="3943360" cy="3263504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5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5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4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45805"/>
            <a:ext cx="4629150" cy="384998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text</a:t>
            </a:r>
            <a:r>
              <a:rPr lang="pt-PT" dirty="0"/>
              <a:t> </a:t>
            </a:r>
            <a:r>
              <a:rPr lang="pt-PT" dirty="0" err="1"/>
              <a:t>styles</a:t>
            </a:r>
            <a:endParaRPr lang="pt-PT" dirty="0"/>
          </a:p>
          <a:p>
            <a:pPr lvl="1"/>
            <a:r>
              <a:rPr lang="pt-PT" dirty="0" err="1"/>
              <a:t>Second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2"/>
            <a:r>
              <a:rPr lang="pt-PT" dirty="0" err="1"/>
              <a:t>Third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3"/>
            <a:r>
              <a:rPr lang="pt-PT" dirty="0" err="1"/>
              <a:t>Fourth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4"/>
            <a:r>
              <a:rPr lang="pt-PT" dirty="0" err="1"/>
              <a:t>Fifth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06514" y="545804"/>
            <a:ext cx="3299942" cy="997245"/>
          </a:xfrm>
        </p:spPr>
        <p:txBody>
          <a:bodyPr anchor="t"/>
          <a:lstStyle>
            <a:lvl1pPr>
              <a:lnSpc>
                <a:spcPct val="110000"/>
              </a:lnSpc>
              <a:defRPr sz="24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14" y="1665767"/>
            <a:ext cx="3299942" cy="2735974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296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45805"/>
            <a:ext cx="4629150" cy="384998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 dirty="0" err="1"/>
              <a:t>Drag</a:t>
            </a:r>
            <a:r>
              <a:rPr lang="pt-PT" dirty="0"/>
              <a:t> </a:t>
            </a:r>
            <a:r>
              <a:rPr lang="pt-PT" dirty="0" err="1"/>
              <a:t>picture</a:t>
            </a:r>
            <a:r>
              <a:rPr lang="pt-PT" dirty="0"/>
              <a:t> to </a:t>
            </a:r>
            <a:r>
              <a:rPr lang="pt-PT" dirty="0" err="1"/>
              <a:t>placeholder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click</a:t>
            </a:r>
            <a:r>
              <a:rPr lang="pt-PT" dirty="0"/>
              <a:t> </a:t>
            </a:r>
            <a:r>
              <a:rPr lang="pt-PT" dirty="0" err="1"/>
              <a:t>icon</a:t>
            </a:r>
            <a:r>
              <a:rPr lang="pt-PT" dirty="0"/>
              <a:t> to </a:t>
            </a:r>
            <a:r>
              <a:rPr lang="pt-PT" dirty="0" err="1"/>
              <a:t>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06514" y="545804"/>
            <a:ext cx="3299942" cy="997245"/>
          </a:xfrm>
        </p:spPr>
        <p:txBody>
          <a:bodyPr anchor="t"/>
          <a:lstStyle>
            <a:lvl1pPr>
              <a:lnSpc>
                <a:spcPct val="110000"/>
              </a:lnSpc>
              <a:defRPr sz="24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14" y="1665767"/>
            <a:ext cx="3299942" cy="2735974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8884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Log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1793" y="1720215"/>
            <a:ext cx="3320415" cy="170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0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Logo (2)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1793" y="1720215"/>
            <a:ext cx="3320415" cy="170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5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304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04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text</a:t>
            </a:r>
            <a:r>
              <a:rPr lang="pt-PT" dirty="0"/>
              <a:t> </a:t>
            </a:r>
            <a:r>
              <a:rPr lang="pt-PT" dirty="0" err="1"/>
              <a:t>styles</a:t>
            </a:r>
            <a:endParaRPr lang="pt-PT" dirty="0"/>
          </a:p>
          <a:p>
            <a:pPr lvl="1"/>
            <a:r>
              <a:rPr lang="pt-PT" dirty="0" err="1"/>
              <a:t>Second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2"/>
            <a:r>
              <a:rPr lang="pt-PT" dirty="0" err="1"/>
              <a:t>Third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3"/>
            <a:r>
              <a:rPr lang="pt-PT" dirty="0" err="1"/>
              <a:t>Fourth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pt-PT" dirty="0"/>
          </a:p>
          <a:p>
            <a:pPr lvl="4"/>
            <a:r>
              <a:rPr lang="pt-PT" dirty="0" err="1"/>
              <a:t>Fifth</a:t>
            </a:r>
            <a:r>
              <a:rPr lang="pt-PT" dirty="0"/>
              <a:t> </a:t>
            </a:r>
            <a:r>
              <a:rPr lang="pt-PT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8505" y="4767263"/>
            <a:ext cx="14034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304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6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0" r:id="rId2"/>
    <p:sldLayoutId id="2147483660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B0F0"/>
          </a:solidFill>
          <a:latin typeface="Arial" charset="0"/>
          <a:ea typeface="Arial" charset="0"/>
          <a:cs typeface="Arial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Projeto de Inteligência Artificial (2022/2023)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PT" dirty="0"/>
              <a:t>Afonso da Conceição Ribeiro, 102763</a:t>
            </a:r>
          </a:p>
          <a:p>
            <a:pPr algn="r"/>
            <a:r>
              <a:rPr lang="pt-PT" dirty="0"/>
              <a:t>Miguel Lopes Ramos do Monte e Freitas, 102756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44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m quadrado, captura de ecrã, Retângulo, puzzle de palavras-cruzadas&#10;&#10;Descrição gerada automaticamente">
            <a:extLst>
              <a:ext uri="{FF2B5EF4-FFF2-40B4-BE49-F238E27FC236}">
                <a16:creationId xmlns:a16="http://schemas.microsoft.com/office/drawing/2014/main" id="{5EBEE722-2907-6C97-E1D4-A70434DE6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88" y="1354359"/>
            <a:ext cx="3392315" cy="3412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48FE4A-B7AF-4AF1-A287-4E29A2DA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 problema Bimaru</a:t>
            </a:r>
            <a:endParaRPr lang="pt-PT" dirty="0"/>
          </a:p>
        </p:txBody>
      </p:sp>
      <p:pic>
        <p:nvPicPr>
          <p:cNvPr id="5" name="Imagem 4" descr="Uma imagem com captura de ecrã, Retângulo&#10;&#10;Descrição gerada automaticamente">
            <a:extLst>
              <a:ext uri="{FF2B5EF4-FFF2-40B4-BE49-F238E27FC236}">
                <a16:creationId xmlns:a16="http://schemas.microsoft.com/office/drawing/2014/main" id="{A97BFACA-CD1D-2261-FBD1-D6DF1D38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599" y="1354359"/>
            <a:ext cx="3392407" cy="341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3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6F285-55ED-7EC8-5C41-15E9515E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Classes implementadas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0C90327-C3A1-D0DF-F353-9F1D7A48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Bimaru</a:t>
            </a:r>
            <a:endParaRPr lang="pt-PT" dirty="0"/>
          </a:p>
          <a:p>
            <a:r>
              <a:rPr lang="pt-PT" dirty="0" err="1"/>
              <a:t>BimaruState</a:t>
            </a:r>
            <a:endParaRPr lang="pt-PT" dirty="0"/>
          </a:p>
          <a:p>
            <a:r>
              <a:rPr lang="pt-PT" dirty="0" err="1"/>
              <a:t>Board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635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D9350-9B77-8533-77B8-C65777BD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301919E-8535-61FC-4824-7C3FAFCE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Exemplo:    (  (2, 3) , 4 , ‘H’  )</a:t>
            </a:r>
          </a:p>
        </p:txBody>
      </p:sp>
    </p:spTree>
    <p:extLst>
      <p:ext uri="{BB962C8B-B14F-4D97-AF65-F5344CB8AC3E}">
        <p14:creationId xmlns:p14="http://schemas.microsoft.com/office/powerpoint/2010/main" val="101071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B5D7A-8234-BB67-6CB6-1D53FFB13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Descrição da solução alcançada</a:t>
            </a:r>
          </a:p>
        </p:txBody>
      </p:sp>
    </p:spTree>
    <p:extLst>
      <p:ext uri="{BB962C8B-B14F-4D97-AF65-F5344CB8AC3E}">
        <p14:creationId xmlns:p14="http://schemas.microsoft.com/office/powerpoint/2010/main" val="198515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67F1D-738E-340A-12D3-A678E6ED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4" y="273844"/>
            <a:ext cx="8718696" cy="994172"/>
          </a:xfrm>
        </p:spPr>
        <p:txBody>
          <a:bodyPr>
            <a:normAutofit/>
          </a:bodyPr>
          <a:lstStyle/>
          <a:p>
            <a:r>
              <a:rPr lang="pt-PT" dirty="0"/>
              <a:t>Posições triviais para colocar água</a:t>
            </a: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09CA9B42-FE5C-FFF8-E286-20F4A7E7AA07}"/>
              </a:ext>
            </a:extLst>
          </p:cNvPr>
          <p:cNvGrpSpPr/>
          <p:nvPr/>
        </p:nvGrpSpPr>
        <p:grpSpPr>
          <a:xfrm>
            <a:off x="786281" y="1571370"/>
            <a:ext cx="7571438" cy="3184618"/>
            <a:chOff x="524320" y="1571370"/>
            <a:chExt cx="7571438" cy="3184618"/>
          </a:xfrm>
        </p:grpSpPr>
        <p:pic>
          <p:nvPicPr>
            <p:cNvPr id="19" name="Imagem 18" descr="Uma imagem com Retângulo, quadrado, padrão, captura de ecrã&#10;&#10;Descrição gerada automaticamente">
              <a:extLst>
                <a:ext uri="{FF2B5EF4-FFF2-40B4-BE49-F238E27FC236}">
                  <a16:creationId xmlns:a16="http://schemas.microsoft.com/office/drawing/2014/main" id="{1728D7B9-517A-DD19-E686-5803336E5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5758" y="3315988"/>
              <a:ext cx="1440000" cy="1440000"/>
            </a:xfrm>
            <a:prstGeom prst="rect">
              <a:avLst/>
            </a:prstGeom>
          </p:spPr>
        </p:pic>
        <p:pic>
          <p:nvPicPr>
            <p:cNvPr id="21" name="Imagem 20" descr="Uma imagem com Retângulo, captura de ecrã, quadrado, azul&#10;&#10;Descrição gerada automaticamente">
              <a:extLst>
                <a:ext uri="{FF2B5EF4-FFF2-40B4-BE49-F238E27FC236}">
                  <a16:creationId xmlns:a16="http://schemas.microsoft.com/office/drawing/2014/main" id="{86526D14-58AA-877F-C08F-54D715FFF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584" y="3794788"/>
              <a:ext cx="2355883" cy="961200"/>
            </a:xfrm>
            <a:prstGeom prst="rect">
              <a:avLst/>
            </a:prstGeom>
          </p:spPr>
        </p:pic>
        <p:pic>
          <p:nvPicPr>
            <p:cNvPr id="23" name="Imagem 22" descr="Uma imagem com Retângulo, quadrado, captura de ecrã, padrão&#10;&#10;Descrição gerada automaticamente">
              <a:extLst>
                <a:ext uri="{FF2B5EF4-FFF2-40B4-BE49-F238E27FC236}">
                  <a16:creationId xmlns:a16="http://schemas.microsoft.com/office/drawing/2014/main" id="{2DACFE8B-1D45-66D5-C59E-DFE224AE0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320" y="3315988"/>
              <a:ext cx="1911505" cy="1440000"/>
            </a:xfrm>
            <a:prstGeom prst="rect">
              <a:avLst/>
            </a:prstGeom>
          </p:spPr>
        </p:pic>
        <p:pic>
          <p:nvPicPr>
            <p:cNvPr id="25" name="Imagem 24" descr="Uma imagem com Retângulo, quadrado, captura de ecrã, padrão&#10;&#10;Descrição gerada automaticamente">
              <a:extLst>
                <a:ext uri="{FF2B5EF4-FFF2-40B4-BE49-F238E27FC236}">
                  <a16:creationId xmlns:a16="http://schemas.microsoft.com/office/drawing/2014/main" id="{C5D40216-3607-FB83-30EB-A187ADEEB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84584" y="1571370"/>
              <a:ext cx="1440000" cy="1911505"/>
            </a:xfrm>
            <a:prstGeom prst="rect">
              <a:avLst/>
            </a:prstGeom>
          </p:spPr>
        </p:pic>
        <p:pic>
          <p:nvPicPr>
            <p:cNvPr id="27" name="Imagem 26" descr="Uma imagem com Retângulo, captura de ecrã, padrão, quadrado&#10;&#10;Descrição gerada automaticamente">
              <a:extLst>
                <a:ext uri="{FF2B5EF4-FFF2-40B4-BE49-F238E27FC236}">
                  <a16:creationId xmlns:a16="http://schemas.microsoft.com/office/drawing/2014/main" id="{F1E9286B-8739-8FE6-9C07-FB8C6FD12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3343" y="1571370"/>
              <a:ext cx="1440000" cy="1909427"/>
            </a:xfrm>
            <a:prstGeom prst="rect">
              <a:avLst/>
            </a:prstGeom>
          </p:spPr>
        </p:pic>
        <p:pic>
          <p:nvPicPr>
            <p:cNvPr id="29" name="Imagem 28" descr="Uma imagem com padrão, Simetria, Retângulo, círculo&#10;&#10;Descrição gerada automaticamente">
              <a:extLst>
                <a:ext uri="{FF2B5EF4-FFF2-40B4-BE49-F238E27FC236}">
                  <a16:creationId xmlns:a16="http://schemas.microsoft.com/office/drawing/2014/main" id="{E13E8613-CF0A-A6E6-99A0-700E79BA7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62102" y="1581174"/>
              <a:ext cx="1433656" cy="1440000"/>
            </a:xfrm>
            <a:prstGeom prst="rect">
              <a:avLst/>
            </a:prstGeom>
          </p:spPr>
        </p:pic>
        <p:pic>
          <p:nvPicPr>
            <p:cNvPr id="31" name="Imagem 30" descr="Uma imagem com Retângulo, quadrado, captura de ecrã, padrão&#10;&#10;Descrição gerada automaticamente">
              <a:extLst>
                <a:ext uri="{FF2B5EF4-FFF2-40B4-BE49-F238E27FC236}">
                  <a16:creationId xmlns:a16="http://schemas.microsoft.com/office/drawing/2014/main" id="{DF15BB1F-44D1-9C54-11EE-A27D8B316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4320" y="1572002"/>
              <a:ext cx="1909427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1875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B5D7A-8234-BB67-6CB6-1D53FFB13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Descrição da solução alcançada</a:t>
            </a:r>
          </a:p>
        </p:txBody>
      </p:sp>
    </p:spTree>
    <p:extLst>
      <p:ext uri="{BB962C8B-B14F-4D97-AF65-F5344CB8AC3E}">
        <p14:creationId xmlns:p14="http://schemas.microsoft.com/office/powerpoint/2010/main" val="336987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9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558</TotalTime>
  <Words>59</Words>
  <Application>Microsoft Office PowerPoint</Application>
  <PresentationFormat>Apresentação no Ecrã (16:9)</PresentationFormat>
  <Paragraphs>13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Projeto de Inteligência Artificial (2022/2023)</vt:lpstr>
      <vt:lpstr>O problema Bimaru</vt:lpstr>
      <vt:lpstr>Classes implementadas</vt:lpstr>
      <vt:lpstr>Ação</vt:lpstr>
      <vt:lpstr>Descrição da solução alcançada</vt:lpstr>
      <vt:lpstr>Posições triviais para colocar água</vt:lpstr>
      <vt:lpstr>Descrição da solução alcançada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Telma Baptista</dc:creator>
  <cp:lastModifiedBy>Afonso Ribeiro</cp:lastModifiedBy>
  <cp:revision>36</cp:revision>
  <dcterms:created xsi:type="dcterms:W3CDTF">2019-03-08T11:48:52Z</dcterms:created>
  <dcterms:modified xsi:type="dcterms:W3CDTF">2023-06-07T23:35:13Z</dcterms:modified>
</cp:coreProperties>
</file>